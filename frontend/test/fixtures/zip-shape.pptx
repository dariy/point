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12192000" cy="6858000"/>
  <p:notesSz cx="6858000" cy="9144000"/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 1"/>
          <p:nvSpPr/>
        </p:nvSpPr>
        <p:spPr>
          <a:xfrm>
            <a:off x="838200" y="365125"/>
            <a:ext cx="10515600" cy="1325563"/>
          </a:xfrm>
        </p:spPr>
        <p:txBody>
          <a:bodyPr/>
          <a:p>
            <a:r>
              <a:t>Seamless cover</a:t>
            </a:r>
          </a:p>
        </p:txBody>
      </p:sp>
    </p:spTree>
  </p:cSld>
</p:sld>
</file>