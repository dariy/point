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0287000" cy="1285875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10.xml"/>
  <Relationship Id="rId90" Type="http://schemas.openxmlformats.org/officeDocument/2006/relationships/theme" Target="theme/them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514350" y="9643500"/>
            <a:ext cx="9258300" cy="2571600"/>
          </a:xfrm>
          <a:prstGeom prst="roundRect">
            <a:avLst>
              <a:gd name="adj" fmla="val 25000"/>
            </a:avLst>
          </a:prstGeom>
          <a:solidFill>
            <a:srgbClr val="112233">
              <a:alpha val="80000"/>
            </a:srgbClr>
          </a:solidFill>
        </p:spPr>
      </p:sp>
      <p:sp>
        <p:nvSpPr>
          <p:cNvPr id="3" name="Text 3"/>
          <p:cNvSpPr txBox="1"/>
          <p:nvPr/>
        </p:nvSpPr>
        <p:spPr>
          <a:xfrm>
            <a:off x="514350" y="1028700"/>
            <a:ext cx="9258300" cy="25716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4000" b="1">
                <a:solidFill>
                  <a:srgbClr val="FFFFFF"/>
                </a:solidFill>
                <a:latin typeface="Poppins"/>
              </a:rPr>
              <a:t>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14350" y="514350"/>
            <a:ext cx="9258300" cy="1285800"/>
          </a:xfrm>
          <a:prstGeom prst="rect">
            <a:avLst/>
          </a:prstGeom>
        </p:spPr>
        <p:txBody>
          <a:bodyPr anchor="b"/>
          <a:lstStyle/>
          <a:p>
            <a:pPr algn="r"/>
            <a:r>
              <a:rPr lang="en-US" sz="2400">
                <a:solidFill>
                  <a:schemeClr val="accent1"/>
                </a:solidFill>
                <a:latin typeface="Poppins"/>
              </a:rPr>
              <a:t>Two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14350" y="514350"/>
            <a:ext cx="9258300" cy="12858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1800">
                <a:latin typeface="Poppins"/>
              </a:rPr>
              <a:t>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