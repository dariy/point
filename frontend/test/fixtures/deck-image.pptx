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gif" ContentType="image/gif"/>
  <Default Extension="emf" ContentType="image/x-emf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0287000" cy="10287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90" Type="http://schemas.openxmlformats.org/officeDocument/2006/relationships/theme" Target="theme/theme1.xml"/>
</Relationships>
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image" Target="../media/image2.gi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hoto"/>
          <p:cNvPicPr/>
          <p:nvPr/>
        </p:nvPicPr>
        <p:blipFill>
          <a:blip r:embed="rId1"/>
          <a:srcRect l="10000" t="5000" r="0" b="15000"/>
          <a:stretch>
            <a:fillRect/>
          </a:stretch>
        </p:blipFill>
        <p:spPr>
          <a:xfrm>
            <a:off x="0" y="0"/>
            <a:ext cx="10287000" cy="10287000"/>
          </a:xfrm>
        </p:spPr>
      </p:pic>
      <p:pic>
        <p:nvPicPr>
          <p:cNvPr id="3" name="Logo"/>
          <p:cNvPicPr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8229600" y="8229600"/>
            <a:ext cx="1028700" cy="102870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ysClr val="window" lastClr="FFFFFF"/>
      </a:lt1>
      <a:dk2>
        <a:srgbClr val="333333"/>
      </a:dk2>
      <a:lt2>
        <a:srgbClr val="EEEEEE"/>
      </a:lt2>
      <a:accent1>
        <a:srgbClr val="FF5A5F"/>
      </a:accent1>
      <a:accent2>
        <a:srgbClr val="00A699"/>
      </a:accent2>
      <a:accent3>
        <a:srgbClr val="FC642D"/>
      </a:accent3>
      <a:accent4>
        <a:srgbClr val="484848"/>
      </a:accent4>
      <a:accent5>
        <a:srgbClr val="767676"/>
      </a:accent5>
      <a:accent6>
        <a:srgbClr val="C4C4C4"/>
      </a:accent6>
      <a:hlink>
        <a:srgbClr val="0000EE"/>
      </a:hlink>
      <a:folHlink>
        <a:srgbClr val="551A8B"/>
      </a:folHlink>
    </a:clrScheme>
  </a:themeElements>
</a:theme>
</file>