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gif" ContentType="image/gif"/>
  <Default Extension="emf" ContentType="image/x-emf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90" Type="http://schemas.openxmlformats.org/officeDocument/2006/relationships/theme" Target="theme/them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a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01820"/>
              </a:gs>
              <a:gs pos="100000">
                <a:srgbClr val="486070"/>
              </a:gs>
            </a:gsLst>
            <a:lin ang="5400000"/>
          </a:gradFill>
        </p:spPr>
      </p:sp>
      <p:sp>
        <p:nvSpPr>
          <p:cNvPr id="3" name="Text 3"/>
          <p:cNvSpPr txBox="1"/>
          <p:nvPr/>
        </p:nvSpPr>
        <p:spPr>
          <a:xfrm>
            <a:off x="914400" y="2286000"/>
            <a:ext cx="10363200" cy="2286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Poppins"/>
              </a:rPr>
              <a:t>Wide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1A1A1A"/>
      </a:dk1>
      <a:lt1>
        <a:sysClr val="window" lastClr="FFFFFF"/>
      </a:lt1>
      <a:dk2>
        <a:srgbClr val="333333"/>
      </a:dk2>
      <a:lt2>
        <a:srgbClr val="EEEEEE"/>
      </a:lt2>
      <a:accent1>
        <a:srgbClr val="FF5A5F"/>
      </a:accent1>
      <a:accent2>
        <a:srgbClr val="00A699"/>
      </a:accent2>
      <a:accent3>
        <a:srgbClr val="FC642D"/>
      </a:accent3>
      <a:accent4>
        <a:srgbClr val="484848"/>
      </a:accent4>
      <a:accent5>
        <a:srgbClr val="767676"/>
      </a:accent5>
      <a:accent6>
        <a:srgbClr val="C4C4C4"/>
      </a:accent6>
      <a:hlink>
        <a:srgbClr val="0000EE"/>
      </a:hlink>
      <a:folHlink>
        <a:srgbClr val="551A8B"/>
      </a:folHlink>
    </a:clrScheme>
  </a:themeElements>
</a:theme>
</file>