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gif" ContentType="image/gif"/>
  <Default Extension="emf" ContentType="image/x-emf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0287000" cy="1285875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90" Type="http://schemas.openxmlformats.org/officeDocument/2006/relationships/theme" Target="theme/theme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14350" y="514350"/>
            <a:ext cx="9258300" cy="12858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2400">
                <a:latin typeface="Poppins"/>
              </a:rPr>
              <a:t>First</a:t>
            </a:r>
          </a:p>
        </p:txBody>
      </p:sp>
    </p:spTree>
  </p:cSld>
  <p:clrMapOvr>
    <a:masterClrMapping/>
  </p:clrMapOvr>
</p:sld>
</file>

<file path=ppt/slides/slide2.xml>this is not xml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14350" y="514350"/>
            <a:ext cx="9258300" cy="1285800"/>
          </a:xfrm>
          <a:prstGeom prst="rect">
            <a:avLst/>
          </a:prstGeom>
        </p:spPr>
        <p:txBody>
          <a:bodyPr/>
          <a:lstStyle/>
          <a:p>
            <a:pPr/>
            <a:r>
              <a:rPr lang="en-US" sz="2400">
                <a:latin typeface="Poppins"/>
              </a:rPr>
              <a:t>Third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ixture">
  <a:themeElements>
    <a:clrScheme name="Fixture">
      <a:dk1>
        <a:srgbClr val="1A1A1A"/>
      </a:dk1>
      <a:lt1>
        <a:sysClr val="window" lastClr="FFFFFF"/>
      </a:lt1>
      <a:dk2>
        <a:srgbClr val="333333"/>
      </a:dk2>
      <a:lt2>
        <a:srgbClr val="EEEEEE"/>
      </a:lt2>
      <a:accent1>
        <a:srgbClr val="FF5A5F"/>
      </a:accent1>
      <a:accent2>
        <a:srgbClr val="00A699"/>
      </a:accent2>
      <a:accent3>
        <a:srgbClr val="FC642D"/>
      </a:accent3>
      <a:accent4>
        <a:srgbClr val="484848"/>
      </a:accent4>
      <a:accent5>
        <a:srgbClr val="767676"/>
      </a:accent5>
      <a:accent6>
        <a:srgbClr val="C4C4C4"/>
      </a:accent6>
      <a:hlink>
        <a:srgbClr val="0000EE"/>
      </a:hlink>
      <a:folHlink>
        <a:srgbClr val="551A8B"/>
      </a:folHlink>
    </a:clrScheme>
  </a:themeElements>
</a:theme>
</file>