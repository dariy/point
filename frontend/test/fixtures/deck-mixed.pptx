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gif" ContentType="image/gif"/>
  <Default Extension="emf" ContentType="image/x-emf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0287000" cy="1285875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90" Type="http://schemas.openxmlformats.org/officeDocument/2006/relationships/theme" Target="theme/theme1.xml"/>
</Relationships>
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logo.emf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rgbClr val="203040"/>
            </a:gs>
          </a:gsLst>
          <a:lin ang="0"/>
        </a:gradFill>
      </p:bgPr>
    </p:bg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14350" y="514350"/>
            <a:ext cx="9258300" cy="12858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3200" b="1" i="1">
                <a:latin typeface="Poppins"/>
              </a:rPr>
              <a:t>Kept</a:t>
            </a:r>
          </a:p>
        </p:txBody>
      </p:sp>
      <p:grpSp>
        <p:nvGrpSpPr>
          <p:cNvPr id="3" name="Group"/>
          <p:cNvGrpSpPr/>
          <p:nvPr/>
        </p:nvGrpSpPr>
        <p:grpSpPr>
          <a:xfrm>
            <a:off x="0" y="0"/>
            <a:ext cx="100" cy="100"/>
            <a:chOff x="0" y="0"/>
            <a:chExt cx="100" cy="100"/>
          </a:xfrm>
        </p:grpSpPr>
        <p:sp>
          <p:nvSpPr>
            <p:cNvPr id="4" name="In group"/>
            <p:cNvSpPr/>
            <p:nvPr/>
          </p:nvSpPr>
          <p:spPr/>
        </p:sp>
      </p:grpSp>
      <p:graphicFrame>
        <p:nvGraphicFramePr>
          <p:cNvPr id="5" name="Chart"/>
          <p:cNvGraphicFramePr/>
          <p:nvPr/>
        </p:nvGraphicFramePr>
        <p:xfrm>
          <a:off x="0" y="0"/>
          <a:ext cx="100" cy="100"/>
        </p:xfrm>
        <a:graphic>
          <a:graphicData uri="http://schemas.openxmlformats.org/drawingml/2006/chart"/>
        </a:graphic>
      </p:graphicFrame>
      <p:graphicFrame>
        <p:nvGraphicFramePr>
          <p:cNvPr id="6" name="Table"/>
          <p:cNvGraphicFramePr/>
          <p:nvPr/>
        </p:nvGraphicFramePr>
        <p:xfrm>
          <a:off x="0" y="0"/>
          <a:ext cx="100" cy="100"/>
        </p:xfrm>
        <a:graphic>
          <a:graphicData uri="http://schemas.openxmlformats.org/drawingml/2006/table"/>
        </a:graphic>
      </p:graphicFrame>
      <p:sp>
        <p:nvSpPr>
          <p:cNvPr id="7" name="Blob"/>
          <p:cNvSpPr/>
          <p:nvPr/>
        </p:nvSpPr>
        <p:spPr>
          <a:xfrm>
            <a:off x="514350" y="3000000"/>
            <a:ext cx="1028700" cy="1028700"/>
          </a:xfrm>
          <a:prstGeom prst="ellipse">
            <a:avLst/>
          </a:prstGeom>
          <a:solidFill>
            <a:srgbClr val="FF5A5F"/>
          </a:solidFill>
        </p:spPr>
      </p:sp>
      <p:sp>
        <p:nvSpPr>
          <p:cNvPr id="13" name="Blob 2"/>
          <p:cNvSpPr/>
          <p:nvPr/>
        </p:nvSpPr>
        <p:spPr>
          <a:xfrm>
            <a:off x="2000000" y="3000000"/>
            <a:ext cx="1028700" cy="1028700"/>
          </a:xfrm>
          <a:prstGeom prst="ellipse">
            <a:avLst/>
          </a:prstGeom>
          <a:solidFill>
            <a:srgbClr val="00A699"/>
          </a:solidFill>
        </p:spPr>
      </p:sp>
      <p:sp>
        <p:nvSpPr>
          <p:cNvPr id="8" name="Outline"/>
          <p:cNvSpPr/>
          <p:nvPr/>
        </p:nvSpPr>
        <p:spPr>
          <a:xfrm>
            <a:off x="514350" y="4500000"/>
            <a:ext cx="1028700" cy="10287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9" name="Turned"/>
          <p:cNvSpPr/>
          <p:nvPr/>
        </p:nvSpPr>
        <p:spPr>
          <a:xfrm rot="2700000">
            <a:off x="514350" y="6000000"/>
            <a:ext cx="2057400" cy="1028700"/>
          </a:xfrm>
          <a:prstGeom prst="rect">
            <a:avLst/>
          </a:prstGeom>
          <a:solidFill>
            <a:srgbClr val="00A699"/>
          </a:solidFill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10" name="Inherited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From the layout</a:t>
            </a:r>
          </a:p>
        </p:txBody>
      </p:sp>
      <p:pic>
        <p:nvPicPr>
          <p:cNvPr id="11" name="Vector"/>
          <p:cNvPicPr/>
          <p:nvPr/>
        </p:nvPicPr>
        <p:blipFill>
          <a:blip r:embed="rId1"/>
          <a:stretch>
            <a:fillRect/>
          </a:stretch>
        </p:blipFill>
        <p:spPr>
          <a:xfrm>
            <a:off x="514350" y="8000000"/>
            <a:ext cx="1028700" cy="1028700"/>
          </a:xfrm>
        </p:spPr>
      </p:pic>
      <p:cxnSp>
        <p:nvCxnSpPr>
          <p:cNvPr id="12" name="Line"/>
          <p:cNvCxnSpPr/>
          <p:nvPr/>
        </p:nvCxnSpPr>
        <p:spPr>
          <a:xfrm>
            <a:off x="0" y="0"/>
            <a:ext cx="100" cy="100"/>
          </a:xfrm>
          <a:prstGeom prst="line">
            <a:avLst/>
          </a:prstGeom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Fixture">
  <a:themeElements>
    <a:clrScheme name="Fixture">
      <a:dk1>
        <a:srgbClr val="1A1A1A"/>
      </a:dk1>
      <a:lt1>
        <a:sysClr val="window" lastClr="FFFFFF"/>
      </a:lt1>
      <a:dk2>
        <a:srgbClr val="333333"/>
      </a:dk2>
      <a:lt2>
        <a:srgbClr val="EEEEEE"/>
      </a:lt2>
      <a:accent1>
        <a:srgbClr val="FF5A5F"/>
      </a:accent1>
      <a:accent2>
        <a:srgbClr val="00A699"/>
      </a:accent2>
      <a:accent3>
        <a:srgbClr val="FC642D"/>
      </a:accent3>
      <a:accent4>
        <a:srgbClr val="484848"/>
      </a:accent4>
      <a:accent5>
        <a:srgbClr val="767676"/>
      </a:accent5>
      <a:accent6>
        <a:srgbClr val="C4C4C4"/>
      </a:accent6>
      <a:hlink>
        <a:srgbClr val="0000EE"/>
      </a:hlink>
      <a:folHlink>
        <a:srgbClr val="551A8B"/>
      </a:folHlink>
    </a:clrScheme>
  </a:themeElements>
</a:theme>
</file>